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046B9-2947-4680-BB7F-2B19B09303CF}" type="datetimeFigureOut">
              <a:rPr lang="en-IN" smtClean="0"/>
              <a:t>22-06-2026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2A8E-513B-407A-9F84-6C58EE2CAF4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3843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046B9-2947-4680-BB7F-2B19B09303CF}" type="datetimeFigureOut">
              <a:rPr lang="en-IN" smtClean="0"/>
              <a:t>22-06-2026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7F162A8E-513B-407A-9F84-6C58EE2CAF4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7958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046B9-2947-4680-BB7F-2B19B09303CF}" type="datetimeFigureOut">
              <a:rPr lang="en-IN" smtClean="0"/>
              <a:t>22-06-2026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2A8E-513B-407A-9F84-6C58EE2CAF4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2040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046B9-2947-4680-BB7F-2B19B09303CF}" type="datetimeFigureOut">
              <a:rPr lang="en-IN" smtClean="0"/>
              <a:t>22-06-2026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2A8E-513B-407A-9F84-6C58EE2CAF4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8873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046B9-2947-4680-BB7F-2B19B09303CF}" type="datetimeFigureOut">
              <a:rPr lang="en-IN" smtClean="0"/>
              <a:t>22-06-2026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2A8E-513B-407A-9F84-6C58EE2CAF4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9641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046B9-2947-4680-BB7F-2B19B09303CF}" type="datetimeFigureOut">
              <a:rPr lang="en-IN" smtClean="0"/>
              <a:t>22-06-2026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2A8E-513B-407A-9F84-6C58EE2CAF4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5160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046B9-2947-4680-BB7F-2B19B09303CF}" type="datetimeFigureOut">
              <a:rPr lang="en-IN" smtClean="0"/>
              <a:t>22-06-2026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2A8E-513B-407A-9F84-6C58EE2CAF4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3639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046B9-2947-4680-BB7F-2B19B09303CF}" type="datetimeFigureOut">
              <a:rPr lang="en-IN" smtClean="0"/>
              <a:t>22-06-2026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2A8E-513B-407A-9F84-6C58EE2CAF4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1817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046B9-2947-4680-BB7F-2B19B09303CF}" type="datetimeFigureOut">
              <a:rPr lang="en-IN" smtClean="0"/>
              <a:t>22-06-2026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2A8E-513B-407A-9F84-6C58EE2CAF4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5630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046B9-2947-4680-BB7F-2B19B09303CF}" type="datetimeFigureOut">
              <a:rPr lang="en-IN" smtClean="0"/>
              <a:t>22-06-2026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2A8E-513B-407A-9F84-6C58EE2CAF4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3421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046B9-2947-4680-BB7F-2B19B09303CF}" type="datetimeFigureOut">
              <a:rPr lang="en-IN" smtClean="0"/>
              <a:t>22-06-2026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2A8E-513B-407A-9F84-6C58EE2CAF4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05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046B9-2947-4680-BB7F-2B19B09303CF}" type="datetimeFigureOut">
              <a:rPr lang="en-IN" smtClean="0"/>
              <a:t>22-06-2026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2A8E-513B-407A-9F84-6C58EE2CAF4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12980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046B9-2947-4680-BB7F-2B19B09303CF}" type="datetimeFigureOut">
              <a:rPr lang="en-IN" smtClean="0"/>
              <a:t>22-06-2026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2A8E-513B-407A-9F84-6C58EE2CAF4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0316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046B9-2947-4680-BB7F-2B19B09303CF}" type="datetimeFigureOut">
              <a:rPr lang="en-IN" smtClean="0"/>
              <a:t>22-06-2026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2A8E-513B-407A-9F84-6C58EE2CAF4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13443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046B9-2947-4680-BB7F-2B19B09303CF}" type="datetimeFigureOut">
              <a:rPr lang="en-IN" smtClean="0"/>
              <a:t>22-06-2026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2A8E-513B-407A-9F84-6C58EE2CAF4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02307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046B9-2947-4680-BB7F-2B19B09303CF}" type="datetimeFigureOut">
              <a:rPr lang="en-IN" smtClean="0"/>
              <a:t>22-06-2026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2A8E-513B-407A-9F84-6C58EE2CAF4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06767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046B9-2947-4680-BB7F-2B19B09303CF}" type="datetimeFigureOut">
              <a:rPr lang="en-IN" smtClean="0"/>
              <a:t>22-06-2026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2A8E-513B-407A-9F84-6C58EE2CAF4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3360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3B046B9-2947-4680-BB7F-2B19B09303CF}" type="datetimeFigureOut">
              <a:rPr lang="en-IN" smtClean="0"/>
              <a:t>22-06-2026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F162A8E-513B-407A-9F84-6C58EE2CAF4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3769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FF923-FF0B-BDE5-7601-07B39552A2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Customer Segmentation for Telecom Users using </a:t>
            </a:r>
            <a:r>
              <a:rPr lang="en-IN" sz="2200" dirty="0"/>
              <a:t>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07D4DA-1E67-5B09-095C-EE5AAF146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15378" y="4169664"/>
            <a:ext cx="6987645" cy="2002535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Domain:</a:t>
            </a:r>
            <a:br>
              <a:rPr lang="en-IN" dirty="0"/>
            </a:br>
            <a:r>
              <a:rPr lang="en-IN" dirty="0"/>
              <a:t>Artificial Intelligence &amp; Machine Learning</a:t>
            </a:r>
          </a:p>
          <a:p>
            <a:r>
              <a:rPr lang="en-IN" b="1" dirty="0"/>
              <a:t>Tools Used:</a:t>
            </a:r>
            <a:br>
              <a:rPr lang="en-IN" dirty="0"/>
            </a:br>
            <a:r>
              <a:rPr lang="en-IN" dirty="0"/>
              <a:t>Python, Pandas, NumPy, Scikit-Learn, Matplotlib, Seaborn</a:t>
            </a:r>
          </a:p>
          <a:p>
            <a:r>
              <a:rPr lang="en-IN" b="1" dirty="0"/>
              <a:t>Submitted By:</a:t>
            </a:r>
            <a:br>
              <a:rPr lang="en-IN" dirty="0"/>
            </a:br>
            <a:r>
              <a:rPr lang="en-IN" dirty="0"/>
              <a:t>Simran Singh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9298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3432-6FE9-BC12-AA8E-45491BA82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sng" dirty="0"/>
              <a:t>Introduction</a:t>
            </a:r>
            <a:br>
              <a:rPr lang="en-IN" b="1" dirty="0"/>
            </a:br>
            <a:r>
              <a:rPr lang="en-IN" sz="2400" dirty="0"/>
              <a:t>Customer segmentation is the process of dividing customers into groups based on similar characteristics and </a:t>
            </a:r>
            <a:r>
              <a:rPr lang="en-IN" sz="2400" dirty="0" err="1"/>
              <a:t>behaviors</a:t>
            </a:r>
            <a:r>
              <a:rPr lang="en-IN" sz="2400" dirty="0"/>
              <a:t>.</a:t>
            </a:r>
            <a:endParaRPr lang="en-IN" sz="2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F4ED4-EBAE-EB53-4C3B-DFBE10884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6999"/>
            <a:ext cx="10018713" cy="363321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Telecom companies use customer segmentation to:</a:t>
            </a:r>
            <a:br>
              <a:rPr lang="en-IN" dirty="0"/>
            </a:br>
            <a:r>
              <a:rPr lang="en-IN" dirty="0"/>
              <a:t>  </a:t>
            </a:r>
            <a:br>
              <a:rPr lang="en-IN" dirty="0"/>
            </a:br>
            <a:r>
              <a:rPr lang="en-IN" dirty="0"/>
              <a:t>Understand customer </a:t>
            </a:r>
            <a:r>
              <a:rPr lang="en-IN" dirty="0" err="1"/>
              <a:t>behavior</a:t>
            </a:r>
            <a:r>
              <a:rPr lang="en-IN" dirty="0"/>
              <a:t> </a:t>
            </a:r>
            <a:br>
              <a:rPr lang="en-IN" dirty="0"/>
            </a:br>
            <a:r>
              <a:rPr lang="en-IN" dirty="0"/>
              <a:t>  Improve customer retention </a:t>
            </a:r>
            <a:br>
              <a:rPr lang="en-IN" dirty="0"/>
            </a:br>
            <a:r>
              <a:rPr lang="en-IN" dirty="0"/>
              <a:t>  Reduce churn </a:t>
            </a:r>
            <a:br>
              <a:rPr lang="en-IN" dirty="0"/>
            </a:br>
            <a:r>
              <a:rPr lang="en-IN" dirty="0"/>
              <a:t>  Create targeted marketing campaigns </a:t>
            </a:r>
            <a:br>
              <a:rPr lang="en-IN" dirty="0"/>
            </a:br>
            <a:r>
              <a:rPr lang="en-IN" dirty="0"/>
              <a:t>  Increase revenue </a:t>
            </a:r>
            <a:br>
              <a:rPr lang="en-IN" dirty="0"/>
            </a:br>
            <a:br>
              <a:rPr lang="en-IN" dirty="0"/>
            </a:br>
            <a:r>
              <a:rPr lang="en-IN" dirty="0"/>
              <a:t>Machine Learning helps automate customer segmentation by identifying hidden patterns in customer data.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0596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E61CC-69C9-76E3-5318-37418E18F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356617"/>
            <a:ext cx="10018713" cy="905256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br>
              <a:rPr lang="en-IN" b="1" dirty="0"/>
            </a:br>
            <a:r>
              <a:rPr lang="en-IN" b="1" u="sng" dirty="0"/>
              <a:t>Problem Statement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045E3-F863-7434-7E24-7C912D1F1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645920"/>
            <a:ext cx="10018713" cy="46436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Challenges: </a:t>
            </a:r>
          </a:p>
          <a:p>
            <a:r>
              <a:rPr lang="en-IN" dirty="0"/>
              <a:t>Identifying loyal customers </a:t>
            </a:r>
          </a:p>
          <a:p>
            <a:r>
              <a:rPr lang="en-IN" dirty="0"/>
              <a:t>Detecting customers likely to churn </a:t>
            </a:r>
          </a:p>
          <a:p>
            <a:r>
              <a:rPr lang="en-IN" dirty="0"/>
              <a:t>Understanding customer spending </a:t>
            </a:r>
            <a:r>
              <a:rPr lang="en-IN" dirty="0" err="1"/>
              <a:t>behavior</a:t>
            </a:r>
            <a:r>
              <a:rPr lang="en-IN" dirty="0"/>
              <a:t> </a:t>
            </a:r>
          </a:p>
          <a:p>
            <a:r>
              <a:rPr lang="en-IN" dirty="0"/>
              <a:t>Creating personalized offers 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3F6B54-E3AD-5A53-1A20-2F3F73110B32}"/>
              </a:ext>
            </a:extLst>
          </p:cNvPr>
          <p:cNvSpPr txBox="1"/>
          <p:nvPr/>
        </p:nvSpPr>
        <p:spPr>
          <a:xfrm>
            <a:off x="1620774" y="1645920"/>
            <a:ext cx="63619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Telecom companies have thousands of customers with different usage patterns.</a:t>
            </a:r>
            <a:br>
              <a:rPr lang="en-IN" sz="1800" dirty="0"/>
            </a:b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6888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7EF8D-A992-6C23-E93B-15CD06EF8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Project Objectives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BB65D-85EF-DEB2-6B3D-F1ABF6499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29968"/>
            <a:ext cx="10018713" cy="4078223"/>
          </a:xfrm>
        </p:spPr>
        <p:txBody>
          <a:bodyPr>
            <a:normAutofit/>
          </a:bodyPr>
          <a:lstStyle/>
          <a:p>
            <a:r>
              <a:rPr lang="en-IN" dirty="0" err="1"/>
              <a:t>Analyze</a:t>
            </a:r>
            <a:r>
              <a:rPr lang="en-IN" dirty="0"/>
              <a:t> telecom customer data </a:t>
            </a:r>
          </a:p>
          <a:p>
            <a:r>
              <a:rPr lang="en-IN" dirty="0"/>
              <a:t>Perform Exploratory Data Analysis (EDA) </a:t>
            </a:r>
          </a:p>
          <a:p>
            <a:r>
              <a:rPr lang="en-IN" dirty="0"/>
              <a:t>Clean and preprocess data </a:t>
            </a:r>
          </a:p>
          <a:p>
            <a:r>
              <a:rPr lang="en-IN" dirty="0"/>
              <a:t>Apply K-Means Clustering </a:t>
            </a:r>
          </a:p>
          <a:p>
            <a:r>
              <a:rPr lang="en-IN" dirty="0"/>
              <a:t>Identify customer segments </a:t>
            </a:r>
          </a:p>
          <a:p>
            <a:r>
              <a:rPr lang="en-IN" dirty="0"/>
              <a:t>Generate business insights </a:t>
            </a:r>
          </a:p>
          <a:p>
            <a:r>
              <a:rPr lang="en-IN" dirty="0"/>
              <a:t>Improve customer retention strategies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7805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3F6A8-63C5-5713-0786-43C9E9C84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Dataset Information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DA13D-723E-FF3E-A9EF-3D46E1516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984249"/>
            <a:ext cx="10018713" cy="499262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Total Records: 7043</a:t>
            </a:r>
          </a:p>
          <a:p>
            <a:pPr marL="0" indent="0">
              <a:buNone/>
            </a:pPr>
            <a:r>
              <a:rPr lang="en-IN" b="1" dirty="0"/>
              <a:t>Features:</a:t>
            </a:r>
          </a:p>
          <a:p>
            <a:r>
              <a:rPr lang="en-IN" dirty="0"/>
              <a:t>Customer ID </a:t>
            </a:r>
          </a:p>
          <a:p>
            <a:r>
              <a:rPr lang="en-IN" dirty="0"/>
              <a:t>Tenure </a:t>
            </a:r>
          </a:p>
          <a:p>
            <a:r>
              <a:rPr lang="en-IN" dirty="0"/>
              <a:t>Phone Service </a:t>
            </a:r>
          </a:p>
          <a:p>
            <a:r>
              <a:rPr lang="en-IN" dirty="0"/>
              <a:t>Contract Type </a:t>
            </a:r>
          </a:p>
          <a:p>
            <a:r>
              <a:rPr lang="en-IN" dirty="0"/>
              <a:t>Payment Method </a:t>
            </a:r>
          </a:p>
          <a:p>
            <a:r>
              <a:rPr lang="en-IN" dirty="0"/>
              <a:t>Monthly Charges </a:t>
            </a:r>
          </a:p>
          <a:p>
            <a:r>
              <a:rPr lang="en-IN" dirty="0"/>
              <a:t>Total Charges </a:t>
            </a:r>
          </a:p>
          <a:p>
            <a:r>
              <a:rPr lang="en-IN" dirty="0"/>
              <a:t>Churn Status </a:t>
            </a:r>
          </a:p>
          <a:p>
            <a:pPr marL="0" indent="0">
              <a:buNone/>
            </a:pPr>
            <a:r>
              <a:rPr lang="en-IN" dirty="0"/>
              <a:t>Dataset Source:</a:t>
            </a:r>
            <a:br>
              <a:rPr lang="en-IN" dirty="0"/>
            </a:br>
            <a:r>
              <a:rPr lang="en-IN" sz="1700" dirty="0"/>
              <a:t>Telecom Customer Churn Dataset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3127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5E3CA-87CA-9491-B08E-5FBB9E8C0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439" y="0"/>
            <a:ext cx="10018713" cy="1752599"/>
          </a:xfrm>
        </p:spPr>
        <p:txBody>
          <a:bodyPr/>
          <a:lstStyle/>
          <a:p>
            <a:r>
              <a:rPr lang="en-IN" u="sng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067A7-06E8-40DE-6A0C-9CE2756F1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02536"/>
            <a:ext cx="10018713" cy="4654295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Programming Language</a:t>
            </a:r>
          </a:p>
          <a:p>
            <a:r>
              <a:rPr lang="en-IN" dirty="0"/>
              <a:t>Python </a:t>
            </a:r>
          </a:p>
          <a:p>
            <a:r>
              <a:rPr lang="en-IN" b="1" dirty="0"/>
              <a:t>Libraries</a:t>
            </a:r>
          </a:p>
          <a:p>
            <a:r>
              <a:rPr lang="en-IN" dirty="0"/>
              <a:t>Pandas </a:t>
            </a:r>
          </a:p>
          <a:p>
            <a:r>
              <a:rPr lang="en-IN" dirty="0"/>
              <a:t>NumPy </a:t>
            </a:r>
          </a:p>
          <a:p>
            <a:r>
              <a:rPr lang="en-IN" dirty="0"/>
              <a:t>Matplotlib </a:t>
            </a:r>
          </a:p>
          <a:p>
            <a:r>
              <a:rPr lang="en-IN" dirty="0"/>
              <a:t>Seaborn </a:t>
            </a:r>
          </a:p>
          <a:p>
            <a:r>
              <a:rPr lang="en-IN" dirty="0"/>
              <a:t>Scikit-Learn </a:t>
            </a:r>
          </a:p>
          <a:p>
            <a:r>
              <a:rPr lang="en-IN" b="1" dirty="0"/>
              <a:t>Machine Learning Algorithm</a:t>
            </a:r>
          </a:p>
          <a:p>
            <a:r>
              <a:rPr lang="en-IN" dirty="0"/>
              <a:t>K-Means Clustering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9546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5F69A-3D77-428B-DE45-1407A83D8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-173736"/>
            <a:ext cx="10018713" cy="1752599"/>
          </a:xfrm>
        </p:spPr>
        <p:txBody>
          <a:bodyPr/>
          <a:lstStyle/>
          <a:p>
            <a:r>
              <a:rPr lang="en-IN" u="sng" dirty="0"/>
              <a:t>Project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82E95-7C50-06E3-C6F6-FC02B2A3B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97280"/>
            <a:ext cx="12192000" cy="5760720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IN" dirty="0"/>
              <a:t>Data Collection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Data Cleaning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EDA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Feature Engineering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Encoding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Scaling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K-Means Clustering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Customer Segmentation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2281364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643E4-F4B2-AC15-D287-E2F8ABFAA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"/>
            <a:ext cx="10018713" cy="1261872"/>
          </a:xfrm>
        </p:spPr>
        <p:txBody>
          <a:bodyPr/>
          <a:lstStyle/>
          <a:p>
            <a:r>
              <a:rPr lang="en-IN" u="sng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C8032-8AC0-B34F-7DD0-76537FE6F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353312"/>
            <a:ext cx="10018713" cy="48463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Steps performed:</a:t>
            </a:r>
          </a:p>
          <a:p>
            <a:r>
              <a:rPr lang="en-IN" dirty="0"/>
              <a:t>Removed unnecessary columns </a:t>
            </a:r>
          </a:p>
          <a:p>
            <a:r>
              <a:rPr lang="en-IN" dirty="0"/>
              <a:t>Handled missing values </a:t>
            </a:r>
          </a:p>
          <a:p>
            <a:r>
              <a:rPr lang="en-IN" dirty="0"/>
              <a:t>Converted </a:t>
            </a:r>
            <a:r>
              <a:rPr lang="en-IN" dirty="0" err="1"/>
              <a:t>TotalCharges</a:t>
            </a:r>
            <a:r>
              <a:rPr lang="en-IN" dirty="0"/>
              <a:t> to numeric format </a:t>
            </a:r>
          </a:p>
          <a:p>
            <a:r>
              <a:rPr lang="en-IN" dirty="0"/>
              <a:t>Encoded categorical variables </a:t>
            </a:r>
          </a:p>
          <a:p>
            <a:r>
              <a:rPr lang="en-IN" dirty="0"/>
              <a:t>Standardized data using </a:t>
            </a:r>
            <a:r>
              <a:rPr lang="en-IN" dirty="0" err="1"/>
              <a:t>StandardScaler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b="1" dirty="0"/>
              <a:t>Benefits:</a:t>
            </a:r>
          </a:p>
          <a:p>
            <a:r>
              <a:rPr lang="en-IN" dirty="0"/>
              <a:t>Improved data quality </a:t>
            </a:r>
          </a:p>
          <a:p>
            <a:r>
              <a:rPr lang="en-IN" dirty="0"/>
              <a:t>Better clustering performance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8988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D2125-853C-7276-C63F-760FB758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"/>
            <a:ext cx="10018713" cy="1335024"/>
          </a:xfrm>
        </p:spPr>
        <p:txBody>
          <a:bodyPr/>
          <a:lstStyle/>
          <a:p>
            <a:r>
              <a:rPr lang="en-IN" u="sng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103F3-0E86-AC42-E4A4-B558A84FA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36192"/>
            <a:ext cx="10018713" cy="5212079"/>
          </a:xfrm>
        </p:spPr>
        <p:txBody>
          <a:bodyPr>
            <a:normAutofit/>
          </a:bodyPr>
          <a:lstStyle/>
          <a:p>
            <a:r>
              <a:rPr lang="en-IN" dirty="0"/>
              <a:t>Churn Distribution </a:t>
            </a:r>
          </a:p>
          <a:p>
            <a:r>
              <a:rPr lang="en-IN" dirty="0"/>
              <a:t>Contract Type Analysis </a:t>
            </a:r>
          </a:p>
          <a:p>
            <a:r>
              <a:rPr lang="en-IN" dirty="0"/>
              <a:t>Phone Service Analysis </a:t>
            </a:r>
          </a:p>
          <a:p>
            <a:r>
              <a:rPr lang="en-IN" dirty="0"/>
              <a:t>Payment Method Analysis </a:t>
            </a:r>
          </a:p>
          <a:p>
            <a:r>
              <a:rPr lang="en-IN" dirty="0"/>
              <a:t>Monthly Charges Distribution </a:t>
            </a:r>
          </a:p>
          <a:p>
            <a:r>
              <a:rPr lang="en-IN" dirty="0"/>
              <a:t>Total Charges Distribution </a:t>
            </a:r>
          </a:p>
          <a:p>
            <a:r>
              <a:rPr lang="en-IN" dirty="0"/>
              <a:t>Tenure Analysis </a:t>
            </a:r>
          </a:p>
          <a:p>
            <a:r>
              <a:rPr lang="en-IN" dirty="0"/>
              <a:t>Correlation Heatmap </a:t>
            </a:r>
          </a:p>
          <a:p>
            <a:pPr marL="0" indent="0">
              <a:buNone/>
            </a:pPr>
            <a:r>
              <a:rPr lang="en-IN" b="1" dirty="0"/>
              <a:t>Purpose:</a:t>
            </a:r>
            <a:br>
              <a:rPr lang="en-IN" dirty="0"/>
            </a:br>
            <a:r>
              <a:rPr lang="en-IN" dirty="0"/>
              <a:t>Understand customer </a:t>
            </a:r>
            <a:r>
              <a:rPr lang="en-IN" dirty="0" err="1"/>
              <a:t>behavior</a:t>
            </a:r>
            <a:r>
              <a:rPr lang="en-IN" dirty="0"/>
              <a:t> and identify trends.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581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989EF-0862-34B9-762F-19B64FE00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Machine Learning Model</a:t>
            </a:r>
            <a:br>
              <a:rPr lang="en-IN" b="1" dirty="0"/>
            </a:br>
            <a:r>
              <a:rPr lang="en-IN" b="1" dirty="0"/>
              <a:t>K-Means Clustering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B87CA-C9F0-C236-24B8-D3FBBF9C3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337816"/>
            <a:ext cx="10018713" cy="38343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Algorithm Used:</a:t>
            </a:r>
          </a:p>
          <a:p>
            <a:r>
              <a:rPr lang="en-IN" b="1" dirty="0"/>
              <a:t>K-Means Clustering</a:t>
            </a:r>
          </a:p>
          <a:p>
            <a:r>
              <a:rPr lang="en-IN" dirty="0"/>
              <a:t>Why K-Means?</a:t>
            </a:r>
          </a:p>
          <a:p>
            <a:r>
              <a:rPr lang="en-IN" dirty="0"/>
              <a:t>Unsupervised Learning </a:t>
            </a:r>
          </a:p>
          <a:p>
            <a:r>
              <a:rPr lang="en-IN" dirty="0"/>
              <a:t>Easy to implement </a:t>
            </a:r>
          </a:p>
          <a:p>
            <a:r>
              <a:rPr lang="en-IN" dirty="0"/>
              <a:t>Efficient for customer segmentation </a:t>
            </a:r>
          </a:p>
          <a:p>
            <a:r>
              <a:rPr lang="en-IN" dirty="0"/>
              <a:t>Groups similar customers together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0922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B02E4-D45C-1242-CEE7-8EF4CFE62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463" y="0"/>
            <a:ext cx="10018713" cy="1752599"/>
          </a:xfrm>
        </p:spPr>
        <p:txBody>
          <a:bodyPr/>
          <a:lstStyle/>
          <a:p>
            <a:r>
              <a:rPr lang="en-IN" u="sng" dirty="0"/>
              <a:t>Elbow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BE0E0-81F9-34FA-8416-1C4AA70CA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157985"/>
            <a:ext cx="10018713" cy="3633216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Finding Optimal Number of Clusters</a:t>
            </a:r>
          </a:p>
          <a:p>
            <a:r>
              <a:rPr lang="en-IN" dirty="0"/>
              <a:t>Used Elbow Method to determine optimal K value.</a:t>
            </a:r>
          </a:p>
          <a:p>
            <a:r>
              <a:rPr lang="en-IN" dirty="0"/>
              <a:t>Observation:</a:t>
            </a:r>
          </a:p>
          <a:p>
            <a:r>
              <a:rPr lang="en-IN" dirty="0"/>
              <a:t>K = 4 provided optimal clustering performance. </a:t>
            </a:r>
          </a:p>
          <a:p>
            <a:r>
              <a:rPr lang="en-IN" dirty="0"/>
              <a:t>(Add Elbow Curve Screenshot)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5527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A5B64-465D-EA00-FA1D-FBAAFE285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"/>
            <a:ext cx="10018713" cy="1435608"/>
          </a:xfrm>
        </p:spPr>
        <p:txBody>
          <a:bodyPr/>
          <a:lstStyle/>
          <a:p>
            <a:r>
              <a:rPr lang="en-IN" u="sng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59C07-831A-C430-021B-2F8B6BDF2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7190" y="1435609"/>
            <a:ext cx="10018713" cy="5239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The project successfully implemented Customer Segmentation using Machine Learning techniques.</a:t>
            </a:r>
          </a:p>
          <a:p>
            <a:pPr marL="0" indent="0">
              <a:buNone/>
            </a:pPr>
            <a:r>
              <a:rPr lang="en-IN" dirty="0"/>
              <a:t>Key achievements:</a:t>
            </a:r>
          </a:p>
          <a:p>
            <a:r>
              <a:rPr lang="en-IN" dirty="0" err="1"/>
              <a:t>Analyzed</a:t>
            </a:r>
            <a:r>
              <a:rPr lang="en-IN" dirty="0"/>
              <a:t> telecom customer </a:t>
            </a:r>
            <a:r>
              <a:rPr lang="en-IN" dirty="0" err="1"/>
              <a:t>behavior</a:t>
            </a:r>
            <a:r>
              <a:rPr lang="en-IN" dirty="0"/>
              <a:t> </a:t>
            </a:r>
          </a:p>
          <a:p>
            <a:r>
              <a:rPr lang="en-IN" dirty="0"/>
              <a:t>Performed detailed EDA </a:t>
            </a:r>
          </a:p>
          <a:p>
            <a:r>
              <a:rPr lang="en-IN" dirty="0"/>
              <a:t>Applied K-Means Clustering </a:t>
            </a:r>
          </a:p>
          <a:p>
            <a:r>
              <a:rPr lang="en-IN" dirty="0"/>
              <a:t>Identified meaningful customer segments </a:t>
            </a:r>
          </a:p>
          <a:p>
            <a:r>
              <a:rPr lang="en-IN" dirty="0"/>
              <a:t>Generated actionable business insights </a:t>
            </a:r>
          </a:p>
          <a:p>
            <a:pPr marL="0" indent="0">
              <a:buNone/>
            </a:pPr>
            <a:r>
              <a:rPr lang="en-IN" dirty="0"/>
              <a:t>The developed solution can help telecom companies improve customer retention, optimize marketing strategies, and increase customer satisfaction.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62416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24</TotalTime>
  <Words>438</Words>
  <Application>Microsoft Office PowerPoint</Application>
  <PresentationFormat>Widescreen</PresentationFormat>
  <Paragraphs>89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Corbel</vt:lpstr>
      <vt:lpstr>Parallax</vt:lpstr>
      <vt:lpstr>Customer Segmentation for Telecom Users using Machine Learning</vt:lpstr>
      <vt:lpstr>Introduction Customer segmentation is the process of dividing customers into groups based on similar characteristics and behaviors.</vt:lpstr>
      <vt:lpstr>  Problem Statement </vt:lpstr>
      <vt:lpstr>Project Objectives </vt:lpstr>
      <vt:lpstr>Dataset Information </vt:lpstr>
      <vt:lpstr>Technologies Used</vt:lpstr>
      <vt:lpstr>Project Workflow</vt:lpstr>
      <vt:lpstr>Data Preprocessing</vt:lpstr>
      <vt:lpstr>Exploratory Data Analysis</vt:lpstr>
      <vt:lpstr>Machine Learning Model K-Means Clustering </vt:lpstr>
      <vt:lpstr>Elbow Method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Simran Bhadouria</dc:creator>
  <cp:lastModifiedBy>Simran Bhadouria</cp:lastModifiedBy>
  <cp:revision>1</cp:revision>
  <dcterms:created xsi:type="dcterms:W3CDTF">2026-06-22T12:42:43Z</dcterms:created>
  <dcterms:modified xsi:type="dcterms:W3CDTF">2026-06-22T13:07:35Z</dcterms:modified>
</cp:coreProperties>
</file>